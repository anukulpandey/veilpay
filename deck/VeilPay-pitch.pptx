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51560"/>
            <a:ext cx="1005840" cy="1005840"/>
          </a:xfrm>
          <a:prstGeom prst="ellipse">
            <a:avLst/>
          </a:prstGeom>
          <a:solidFill>
            <a:srgbClr val="11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074" y="131307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4884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VeilPay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0" y="329184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on-chain, </a:t>
            </a:r>
            <a:pPr algn="ctr" indent="0" marL="0">
              <a:buNone/>
            </a:pPr>
            <a:r>
              <a:rPr lang="en-US" sz="2800" b="1" dirty="0">
                <a:solidFill>
                  <a:srgbClr val="E8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salaries invisible.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payroll &amp; auditor-ready treasury on Avalanche eERC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Team1 India Speedrun — Privacy on Avalanche · July 2026 · built on Fuji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wants to be on-chain. Privacy says no.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Instant, borderless, programmable payments are perfect for payroll — except a normal token transfer publishes every salary, forever.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2651760"/>
          </a:xfrm>
          <a:prstGeom prst="roundRect">
            <a:avLst>
              <a:gd name="adj" fmla="val 4138"/>
            </a:avLst>
          </a:prstGeom>
          <a:solidFill>
            <a:srgbClr val="2A151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566928" cy="566928"/>
          </a:xfrm>
          <a:prstGeom prst="ellipse">
            <a:avLst/>
          </a:prstGeom>
          <a:solidFill>
            <a:srgbClr val="1823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4334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86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Snowtrace shows today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transfer(alice, 2,500.00 USDC)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transfer(bob,   1,800.00 USDC)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transfer(carol, 4,100.00 USDC)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colleague, competitor and stranger reads your comp. The use case dies here.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011680"/>
            <a:ext cx="5303520" cy="2651760"/>
          </a:xfrm>
          <a:prstGeom prst="roundRect">
            <a:avLst>
              <a:gd name="adj" fmla="val 4138"/>
            </a:avLst>
          </a:prstGeom>
          <a:solidFill>
            <a:srgbClr val="18233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286000"/>
            <a:ext cx="566928" cy="566928"/>
          </a:xfrm>
          <a:prstGeom prst="ellipse">
            <a:avLst/>
          </a:prstGeom>
          <a:solidFill>
            <a:srgbClr val="1823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81" y="243340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2860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the obvious fixes fail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75120" y="29718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 payroll: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up everything crypto rails offer.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Mixer-style privacy: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auditors &amp; tax authorities get nothing — a non-starter for any registered business.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864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</a:t>
            </a:r>
            <a:pPr indent="0" marL="0">
              <a:buNone/>
            </a:pPr>
            <a:r>
              <a:rPr lang="en-US" sz="18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that a real, compliant company can actually adopt.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VeilPay: encrypted payroll with a compliance master key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eERC — Avalanche's encrypted token standard (zk-SNARKs + ElGamal homomorphic encryption, fully on-chain, no relayers).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2286000"/>
                <a:gridCol w="32004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93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ERC-20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93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Mixer privacy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D4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VeilPay (eERC)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amounts hidden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E841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FD4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FD4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ElGamal + Groth16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 can decrypt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8B93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E841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FD4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rotatable auditor key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Self-custody, no mixer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FD4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E841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FD4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balances stay yours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Payslips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8B93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off-chain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E841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FD4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encrypted, inside the payment tx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8EC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 to plain stablecoin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FD4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8B93A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FD4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converter deposit / withdraw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1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for the world. </a:t>
            </a:r>
            <a:pPr algn="ctr" indent="0" marL="0">
              <a:buNone/>
            </a:pPr>
            <a:r>
              <a:rPr lang="en-US" sz="2000" b="1" dirty="0">
                <a:solidFill>
                  <a:srgbClr val="2FD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Provable for the regulator.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payroll run, four encrypted moments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8233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28800"/>
            <a:ext cx="603504" cy="603504"/>
          </a:xfrm>
          <a:prstGeom prst="ellipse">
            <a:avLst/>
          </a:prstGeom>
          <a:solidFill>
            <a:srgbClr val="111A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151" y="1985711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Shield treasury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deposits mUSDC into the eERC converter → encrypted eUSDC balance. Public sees ciphertext only.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63824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10712" y="155448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8233B"/>
          </a:solidFill>
          <a:ln/>
        </p:spPr>
      </p:sp>
      <p:sp>
        <p:nvSpPr>
          <p:cNvPr id="10" name="Shape 7"/>
          <p:cNvSpPr/>
          <p:nvPr/>
        </p:nvSpPr>
        <p:spPr>
          <a:xfrm>
            <a:off x="3639312" y="1828800"/>
            <a:ext cx="603504" cy="603504"/>
          </a:xfrm>
          <a:prstGeom prst="ellipse">
            <a:avLst/>
          </a:prstGeom>
          <a:solidFill>
            <a:srgbClr val="111A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223" y="198571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Pay with proofs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93592" y="310896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generates a Groth16 proof per employee. One tx encrypts the amount 3 ways — sender, employee, auditor — and carries an encrypted payslip.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025896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272784" y="155448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8233B"/>
          </a:solidFill>
          <a:ln/>
        </p:spPr>
      </p:sp>
      <p:sp>
        <p:nvSpPr>
          <p:cNvPr id="16" name="Shape 12"/>
          <p:cNvSpPr/>
          <p:nvPr/>
        </p:nvSpPr>
        <p:spPr>
          <a:xfrm>
            <a:off x="6501384" y="1828800"/>
            <a:ext cx="603504" cy="603504"/>
          </a:xfrm>
          <a:prstGeom prst="ellipse">
            <a:avLst/>
          </a:prstGeom>
          <a:solidFill>
            <a:srgbClr val="111A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295" y="198571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Employee decrypts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310896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derived from one wallet signature. Balance + payslips decrypt locally; withdraw back to plain mUSDC anytime.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887968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9134856" y="155448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8233B"/>
          </a:solidFill>
          <a:ln/>
        </p:spPr>
      </p:sp>
      <p:sp>
        <p:nvSpPr>
          <p:cNvPr id="22" name="Shape 17"/>
          <p:cNvSpPr/>
          <p:nvPr/>
        </p:nvSpPr>
        <p:spPr>
          <a:xfrm>
            <a:off x="9363456" y="1828800"/>
            <a:ext cx="603504" cy="603504"/>
          </a:xfrm>
          <a:prstGeom prst="ellipse">
            <a:avLst/>
          </a:prstGeom>
          <a:solidFill>
            <a:srgbClr val="111A2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367" y="1985711"/>
            <a:ext cx="289682" cy="28968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17736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Auditor audits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317736" y="310896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decrypts every amount from its dedicated ciphertext across full history. CSV export for filings. No user keys needed.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 on Snowtrace:  from 0x7099…  to 0x3C44…  amount: 🔒 0x1f3a9e…c2  payslip: 🔒 0x8d41…77b0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you'll see is live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18233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74520"/>
            <a:ext cx="566928" cy="566928"/>
          </a:xfrm>
          <a:prstGeom prst="ellipse">
            <a:avLst/>
          </a:prstGeom>
          <a:solidFill>
            <a:srgbClr val="111A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202192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562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Avalanche Fuji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37744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eERC contracts (converter mode) + production trusted-setup verifiers + PayrollManager. Addresses in the repo.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18233B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874520"/>
            <a:ext cx="566928" cy="566928"/>
          </a:xfrm>
          <a:prstGeom prst="ellipse">
            <a:avLst/>
          </a:prstGeom>
          <a:solidFill>
            <a:srgbClr val="111A2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21" y="202192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8562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Proofs in the browser, live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78040" y="237744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~1.1s, transfers in seconds — snarkjs Groth16 against self-hosted wasm/zkey artifacts.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18233B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rgbClr val="111A2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430792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1422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demo roles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08760" y="466344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wagmi connector wraps demo identities — judges switch Employer → Alice → Bob → Auditor instantly. No extension, no seed phrases.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17920" y="3886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18233B"/>
          </a:solidFill>
          <a:ln/>
        </p:spPr>
      </p:sp>
      <p:sp>
        <p:nvSpPr>
          <p:cNvPr id="19" name="Shape 14"/>
          <p:cNvSpPr/>
          <p:nvPr/>
        </p:nvSpPr>
        <p:spPr>
          <a:xfrm>
            <a:off x="6446520" y="4160520"/>
            <a:ext cx="566928" cy="566928"/>
          </a:xfrm>
          <a:prstGeom prst="ellipse">
            <a:avLst/>
          </a:prstGeom>
          <a:solidFill>
            <a:srgbClr val="111A2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921" y="4307921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41422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Asserted end-to-end test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178040" y="466344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scripts/e2e-local.ts replays the entire story — register, shield 50k, encrypted payroll, payslip decrypt, withdraw, audit — with hard asserts.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flow: pay two salaries → open the tx (nothing readable) → Alice reveals balance + payslip → auditor decrypts everything → CSV.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 (the parts we built)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823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05686"/>
            <a:ext cx="263347" cy="2633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173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↔ zkey forensics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303520" y="1353312"/>
            <a:ext cx="6309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the production trusted-setup verifier set to the shipped zkeys by comparing Groth16 vkey constants (delta/IC points) before deploying — proofs verify on-chain, first try.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670048"/>
            <a:ext cx="548640" cy="548640"/>
          </a:xfrm>
          <a:prstGeom prst="ellipse">
            <a:avLst/>
          </a:prstGeom>
          <a:solidFill>
            <a:srgbClr val="1823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2812694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243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SDK-exact key derivation in Node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303520" y="2560320"/>
            <a:ext cx="6309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Reimplemented grindKey → Blake512 pruning bit-for-bit, so deploy scripts, e2e tests and the browser SDK derive identical keys from one wallet signature. Verified by cross-decryption.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877056"/>
            <a:ext cx="548640" cy="548640"/>
          </a:xfrm>
          <a:prstGeom prst="ellipse">
            <a:avLst/>
          </a:prstGeom>
          <a:solidFill>
            <a:srgbClr val="18233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4019702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83133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payslips on-chain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5303520" y="3767328"/>
            <a:ext cx="6309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Poseidon-ECDH metadata channel inside the salary tx: org, period, gross — decryptable only by the employee. No side-channel server.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5084064"/>
            <a:ext cx="548640" cy="548640"/>
          </a:xfrm>
          <a:prstGeom prst="ellipse">
            <a:avLst/>
          </a:prstGeom>
          <a:solidFill>
            <a:srgbClr val="18233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5226710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503834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Full-history auditor console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5303520" y="4974336"/>
            <a:ext cx="6309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PCT decryption (@zk-kit): scans from deploy block, survives auditor key rotation (we rotate post-deploy), exports CSV. The SDK's stock audit window is 1,000 blocks — ours is unlimited.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EncryptedERC (audited) · @avalabs/eerc-sdk · snarkjs · wagmi/viem · Hardhat · React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to the judging criteria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823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D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is the on-chain use case blocked only by privacy. VeilPay is the version of privacy a compliant business can adopt — India's crypto-salary startups and DAOs are the immediate market.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16459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8233B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920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complexity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09160" y="256032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Groth16 proving · three-layer amount encryption · encrypted metadata payslips · SDK-compatible crypto reimplemented in Node · rotation-aware full-history audit decryption.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21040" y="16459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8233B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0" y="1920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technology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95360" y="256032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eERC standard at the core (converter mode), official eERC SDK, production verifier set, deployed on Fuji C-Chain. PayrollManager composes with the standard — never around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2996" y="1188720"/>
            <a:ext cx="822960" cy="822960"/>
          </a:xfrm>
          <a:prstGeom prst="ellipse">
            <a:avLst/>
          </a:prstGeom>
          <a:solidFill>
            <a:srgbClr val="11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6966" y="14026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Salaries were the last thing keeping payroll off-chain.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30632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they're the only thing nobody can see.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42062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VeilPay · eERC confidential payroll on Avalanche Fuji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 + live demo + asserted e2e in the submission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2120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🔏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2026-07-16T21:05:39Z</dcterms:created>
  <dcterms:modified xsi:type="dcterms:W3CDTF">2026-07-16T21:05:39Z</dcterms:modified>
</cp:coreProperties>
</file>